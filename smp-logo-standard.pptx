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70" r:id="rId8"/>
    <p:sldId id="271" r:id="rId9"/>
    <p:sldId id="357" r:id="rId10"/>
    <p:sldId id="358" r:id="rId11"/>
    <p:sldId id="359" r:id="rId12"/>
    <p:sldId id="272" r:id="rId13"/>
    <p:sldId id="273" r:id="rId14"/>
    <p:sldId id="274" r:id="rId15"/>
    <p:sldId id="275" r:id="rId16"/>
    <p:sldId id="276" r:id="rId17"/>
    <p:sldId id="277" r:id="rId18"/>
  </p:sldIdLst>
  <p:sldSz cx="8997950" cy="8997950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00E2575-AE68-4453-A2C6-7185044802E6}">
          <p14:sldIdLst>
            <p14:sldId id="256"/>
            <p14:sldId id="263"/>
            <p14:sldId id="264"/>
            <p14:sldId id="265"/>
            <p14:sldId id="266"/>
            <p14:sldId id="267"/>
            <p14:sldId id="270"/>
            <p14:sldId id="271"/>
            <p14:sldId id="357"/>
            <p14:sldId id="358"/>
            <p14:sldId id="359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34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4"/>
  </p:normalViewPr>
  <p:slideViewPr>
    <p:cSldViewPr snapToGrid="0" snapToObjects="1">
      <p:cViewPr varScale="1">
        <p:scale>
          <a:sx n="84" d="100"/>
          <a:sy n="84" d="100"/>
        </p:scale>
        <p:origin x="2466" y="96"/>
      </p:cViewPr>
      <p:guideLst>
        <p:guide orient="horz" pos="2834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4846" y="2795197"/>
            <a:ext cx="7648258" cy="192872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9693" y="5098838"/>
            <a:ext cx="6298565" cy="22994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575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002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776" y="5782017"/>
            <a:ext cx="7648258" cy="178709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0776" y="3813716"/>
            <a:ext cx="7648258" cy="196830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528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2087" y="2755623"/>
            <a:ext cx="3910046" cy="7789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2100" y="2755623"/>
            <a:ext cx="3910047" cy="7789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773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9898" y="360335"/>
            <a:ext cx="8098155" cy="1499658"/>
          </a:xfrm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9898" y="2014125"/>
            <a:ext cx="3975657" cy="839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898" y="2853517"/>
            <a:ext cx="3975657" cy="51842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70834" y="2014125"/>
            <a:ext cx="3977219" cy="839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0834" y="2853517"/>
            <a:ext cx="3977219" cy="51842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217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299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550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9898" y="358252"/>
            <a:ext cx="2960264" cy="15246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7949" y="358252"/>
            <a:ext cx="5030104" cy="76795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9898" y="1882905"/>
            <a:ext cx="2960264" cy="615484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738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3661" y="6298565"/>
            <a:ext cx="5398770" cy="7435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63661" y="803983"/>
            <a:ext cx="5398770" cy="53987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63661" y="7042146"/>
            <a:ext cx="5398770" cy="105600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818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986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20413" y="472810"/>
            <a:ext cx="1991734" cy="10072705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42087" y="472810"/>
            <a:ext cx="5828359" cy="10072705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220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9898" y="360335"/>
            <a:ext cx="8098155" cy="1499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9898" y="2099522"/>
            <a:ext cx="8098155" cy="5938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9897" y="8339767"/>
            <a:ext cx="2099522" cy="4790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887AF-6931-5749-8ED5-2239A5673B45}" type="datetimeFigureOut">
              <a:rPr kumimoji="1" lang="zh-CN" altLang="en-US" smtClean="0"/>
              <a:t>2020/8/14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74300" y="8339767"/>
            <a:ext cx="2849351" cy="4790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48531" y="8339767"/>
            <a:ext cx="2099522" cy="4790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A2D70-4097-C848-8AFD-DADF2346F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87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DE6B691-27E9-EE4C-A383-223F2C37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6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 基础部分设计-0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7950" cy="89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6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 基础部分设计-0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7950" cy="89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2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 基础部分设计-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7950" cy="89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7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 基础部分设计-0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7950" cy="89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5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6BC6AF-8EB4-114C-AEB4-4DC9D2B2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3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CB8B1AD-D398-474B-851E-0E6228D85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29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B8487C3-E3BC-5D4F-9684-AB5539643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7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D273BA-51B1-C342-A9AF-C5B6F3D56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99AF57-CCF4-4F4A-877F-D3A736A13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802940-3003-334A-9DC7-21C6426E8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8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 基础部分设计-1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7950" cy="89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58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 基础部分设计-16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7950" cy="89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31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 基础部分设计-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97950" cy="89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56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7B790A-FBB2-B141-A542-7CFF273AF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74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2EFF96E-5F4F-F245-A11E-3092145DD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29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DCD4748-10EE-8A49-82CC-D1CB34966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175"/>
            <a:ext cx="8991600" cy="89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7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0</Words>
  <Application>Microsoft Office PowerPoint</Application>
  <PresentationFormat>自定义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宋体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灏志文化传播有限公司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瀚 刘</dc:creator>
  <cp:lastModifiedBy>范贮伶/Fan Zhuling</cp:lastModifiedBy>
  <cp:revision>21</cp:revision>
  <dcterms:created xsi:type="dcterms:W3CDTF">2016-12-19T06:11:12Z</dcterms:created>
  <dcterms:modified xsi:type="dcterms:W3CDTF">2020-08-14T07:43:30Z</dcterms:modified>
</cp:coreProperties>
</file>